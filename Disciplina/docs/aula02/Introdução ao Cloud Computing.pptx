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H EDSON RIBEIRO DE CARVALHO" userId="35b60df4-cd43-4a4d-af91-3812aad1b462" providerId="ADAL" clId="{9F0844E5-88E9-4AB3-9DD8-B94BF21182C7}"/>
    <pc:docChg chg="modSld">
      <pc:chgData name="JONH EDSON RIBEIRO DE CARVALHO" userId="35b60df4-cd43-4a4d-af91-3812aad1b462" providerId="ADAL" clId="{9F0844E5-88E9-4AB3-9DD8-B94BF21182C7}" dt="2026-03-04T09:09:09.571" v="1" actId="1036"/>
      <pc:docMkLst>
        <pc:docMk/>
      </pc:docMkLst>
      <pc:sldChg chg="modSp mod">
        <pc:chgData name="JONH EDSON RIBEIRO DE CARVALHO" userId="35b60df4-cd43-4a4d-af91-3812aad1b462" providerId="ADAL" clId="{9F0844E5-88E9-4AB3-9DD8-B94BF21182C7}" dt="2026-03-04T09:09:09.571" v="1" actId="1036"/>
        <pc:sldMkLst>
          <pc:docMk/>
          <pc:sldMk cId="0" sldId="256"/>
        </pc:sldMkLst>
        <pc:picChg chg="mod">
          <ac:chgData name="JONH EDSON RIBEIRO DE CARVALHO" userId="35b60df4-cd43-4a4d-af91-3812aad1b462" providerId="ADAL" clId="{9F0844E5-88E9-4AB3-9DD8-B94BF21182C7}" dt="2026-03-04T09:09:09.571" v="1" actId="1036"/>
          <ac:picMkLst>
            <pc:docMk/>
            <pc:sldMk cId="0" sldId="256"/>
            <ac:picMk id="5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ca800ba31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ca800ba31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ca800ba31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ca800ba31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ca800ba31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ca800ba31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ca800ba3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cca800ba3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ca800ba31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ca800ba31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ca800ba31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ca800ba31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ca800ba31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ca800ba31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ca800ba31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ca800ba31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ca800ba3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ca800ba31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ca800ba31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ca800ba31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ca800ba31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ca800ba31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cca800ba31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cca800ba31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ca800ba3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ca800ba31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ca800ba31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ca800ba31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ca800ba31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ca800ba31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ca800ba31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ca800ba31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ca800ba31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ca800ba31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ca800ba31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ca800ba31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ca800ba31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ca800ba31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ca800ba3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ca800ba3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ca800ba31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ca800ba31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ca800ba31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ca800ba31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ca800ba31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ca800ba31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cca800ba31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cca800ba31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ca800ba31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ca800ba31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ca800ba31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cca800ba31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ca800ba31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cca800ba31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ca800ba31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ca800ba31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ca800ba3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ca800ba3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ca800ba31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ca800ba31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ca800ba31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ca800ba31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32"/>
            <a:ext cx="9144001" cy="5124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2" y="0"/>
            <a:ext cx="911771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11"/>
            <a:ext cx="9143999" cy="5132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31"/>
            <a:ext cx="9144000" cy="5128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012"/>
            <a:ext cx="9144001" cy="5115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7" y="0"/>
            <a:ext cx="908594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11"/>
            <a:ext cx="9143999" cy="5126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615"/>
            <a:ext cx="9144001" cy="5122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53"/>
            <a:ext cx="9143999" cy="5132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50" y="0"/>
            <a:ext cx="9085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3" y="0"/>
            <a:ext cx="911463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63" y="0"/>
            <a:ext cx="911987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607"/>
            <a:ext cx="9144001" cy="5116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707"/>
            <a:ext cx="9143999" cy="50920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247" y="304800"/>
            <a:ext cx="90891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981"/>
            <a:ext cx="9143999" cy="5137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5"/>
            <a:ext cx="9144001" cy="514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5"/>
            <a:ext cx="9144001" cy="514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2" name="Google Shape;18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8" y="0"/>
            <a:ext cx="907040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9" name="Google Shape;1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50" y="0"/>
            <a:ext cx="9085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6" name="Google Shape;19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478"/>
            <a:ext cx="9144001" cy="5090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3" name="Google Shape;20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305225"/>
            <a:ext cx="9144001" cy="514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2" y="0"/>
            <a:ext cx="913719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7" name="Google Shape;2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590"/>
            <a:ext cx="9144000" cy="5094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3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81" y="0"/>
            <a:ext cx="90974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3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6" y="0"/>
            <a:ext cx="912818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4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2" y="0"/>
            <a:ext cx="91161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4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2" name="Google Shape;2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908"/>
            <a:ext cx="9143999" cy="5105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4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9" name="Google Shape;2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11"/>
            <a:ext cx="9143999" cy="5126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4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490" y="0"/>
            <a:ext cx="782501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na tela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3" baseType="lpstr"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1</cp:revision>
  <dcterms:modified xsi:type="dcterms:W3CDTF">2026-03-04T09:09:11Z</dcterms:modified>
</cp:coreProperties>
</file>