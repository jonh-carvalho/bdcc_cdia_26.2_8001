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5F0"/>
    <a:srgbClr val="F7F6F1"/>
    <a:srgbClr val="F4F5EF"/>
    <a:srgbClr val="F4F3EF"/>
    <a:srgbClr val="F1F1EF"/>
    <a:srgbClr val="F4F3EE"/>
    <a:srgbClr val="F6F4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566" y="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01D6335-67ED-DA30-827F-BF3BD1E9CA6D}"/>
              </a:ext>
            </a:extLst>
          </p:cNvPr>
          <p:cNvSpPr/>
          <p:nvPr/>
        </p:nvSpPr>
        <p:spPr>
          <a:xfrm>
            <a:off x="14986000" y="8763000"/>
            <a:ext cx="1143000" cy="304800"/>
          </a:xfrm>
          <a:prstGeom prst="rect">
            <a:avLst/>
          </a:prstGeom>
          <a:solidFill>
            <a:srgbClr val="F6F4E7"/>
          </a:solidFill>
          <a:ln>
            <a:solidFill>
              <a:srgbClr val="F6F4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F6915A2-6AC6-6838-7FE8-A348B90255F9}"/>
              </a:ext>
            </a:extLst>
          </p:cNvPr>
          <p:cNvSpPr/>
          <p:nvPr/>
        </p:nvSpPr>
        <p:spPr>
          <a:xfrm>
            <a:off x="14986000" y="8763000"/>
            <a:ext cx="1143000" cy="304800"/>
          </a:xfrm>
          <a:prstGeom prst="rect">
            <a:avLst/>
          </a:prstGeom>
          <a:solidFill>
            <a:srgbClr val="F4F3EE"/>
          </a:solidFill>
          <a:ln>
            <a:solidFill>
              <a:srgbClr val="F4F3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11F6B1-F2A5-2868-9F90-2169BA1B2880}"/>
              </a:ext>
            </a:extLst>
          </p:cNvPr>
          <p:cNvSpPr/>
          <p:nvPr/>
        </p:nvSpPr>
        <p:spPr>
          <a:xfrm>
            <a:off x="14986000" y="8763000"/>
            <a:ext cx="1143000" cy="304800"/>
          </a:xfrm>
          <a:prstGeom prst="rect">
            <a:avLst/>
          </a:prstGeom>
          <a:solidFill>
            <a:srgbClr val="F4F5EF"/>
          </a:solidFill>
          <a:ln>
            <a:solidFill>
              <a:srgbClr val="F4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B785F21-6669-5780-C43D-03F91EEA06F1}"/>
              </a:ext>
            </a:extLst>
          </p:cNvPr>
          <p:cNvSpPr/>
          <p:nvPr/>
        </p:nvSpPr>
        <p:spPr>
          <a:xfrm>
            <a:off x="14986000" y="8763000"/>
            <a:ext cx="1143000" cy="304800"/>
          </a:xfrm>
          <a:prstGeom prst="rect">
            <a:avLst/>
          </a:prstGeom>
          <a:solidFill>
            <a:srgbClr val="F6F4E7"/>
          </a:solidFill>
          <a:ln>
            <a:solidFill>
              <a:srgbClr val="F6F4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351FC74-4FFD-CD46-63C4-69996B0E908E}"/>
              </a:ext>
            </a:extLst>
          </p:cNvPr>
          <p:cNvSpPr/>
          <p:nvPr/>
        </p:nvSpPr>
        <p:spPr>
          <a:xfrm>
            <a:off x="14986000" y="8763000"/>
            <a:ext cx="1143000" cy="304800"/>
          </a:xfrm>
          <a:prstGeom prst="rect">
            <a:avLst/>
          </a:prstGeom>
          <a:solidFill>
            <a:srgbClr val="F7F6F1"/>
          </a:solidFill>
          <a:ln>
            <a:solidFill>
              <a:srgbClr val="F6F4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1DD44D3-3CDC-587E-A242-50D199DBE292}"/>
              </a:ext>
            </a:extLst>
          </p:cNvPr>
          <p:cNvSpPr/>
          <p:nvPr/>
        </p:nvSpPr>
        <p:spPr>
          <a:xfrm>
            <a:off x="14986000" y="8763000"/>
            <a:ext cx="1143000" cy="304800"/>
          </a:xfrm>
          <a:prstGeom prst="rect">
            <a:avLst/>
          </a:prstGeom>
          <a:solidFill>
            <a:srgbClr val="F6F4E7"/>
          </a:solidFill>
          <a:ln>
            <a:solidFill>
              <a:srgbClr val="F6F4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0F6C19C-D675-4821-F6D6-88FE5F8F614E}"/>
              </a:ext>
            </a:extLst>
          </p:cNvPr>
          <p:cNvSpPr/>
          <p:nvPr/>
        </p:nvSpPr>
        <p:spPr>
          <a:xfrm>
            <a:off x="14986000" y="8763000"/>
            <a:ext cx="1143000" cy="304800"/>
          </a:xfrm>
          <a:prstGeom prst="rect">
            <a:avLst/>
          </a:prstGeom>
          <a:solidFill>
            <a:srgbClr val="F7F6F1"/>
          </a:solidFill>
          <a:ln>
            <a:solidFill>
              <a:srgbClr val="F4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3466D0D-7E2F-D81D-297E-7D870D40EAA8}"/>
              </a:ext>
            </a:extLst>
          </p:cNvPr>
          <p:cNvSpPr/>
          <p:nvPr/>
        </p:nvSpPr>
        <p:spPr>
          <a:xfrm>
            <a:off x="14986000" y="8891496"/>
            <a:ext cx="1143000" cy="208183"/>
          </a:xfrm>
          <a:prstGeom prst="rect">
            <a:avLst/>
          </a:prstGeom>
          <a:solidFill>
            <a:srgbClr val="F6F4E7"/>
          </a:solidFill>
          <a:ln>
            <a:solidFill>
              <a:srgbClr val="F6F4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B20A061-FBF9-5C5B-6831-D74E8FBA1754}"/>
              </a:ext>
            </a:extLst>
          </p:cNvPr>
          <p:cNvSpPr/>
          <p:nvPr/>
        </p:nvSpPr>
        <p:spPr>
          <a:xfrm>
            <a:off x="14986000" y="8891095"/>
            <a:ext cx="1143000" cy="229001"/>
          </a:xfrm>
          <a:prstGeom prst="rect">
            <a:avLst/>
          </a:prstGeom>
          <a:solidFill>
            <a:srgbClr val="F1F1EF"/>
          </a:solidFill>
          <a:ln>
            <a:solidFill>
              <a:srgbClr val="F1F1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Personalizar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2</cp:revision>
  <dcterms:created xsi:type="dcterms:W3CDTF">2006-08-16T00:00:00Z</dcterms:created>
  <dcterms:modified xsi:type="dcterms:W3CDTF">2026-10-06T09:05:48Z</dcterms:modified>
</cp:coreProperties>
</file>