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2C3F"/>
    <a:srgbClr val="202F41"/>
    <a:srgbClr val="1A2C42"/>
    <a:srgbClr val="1F334C"/>
    <a:srgbClr val="16263C"/>
    <a:srgbClr val="17283C"/>
    <a:srgbClr val="1C2D3F"/>
    <a:srgbClr val="1C3659"/>
    <a:srgbClr val="18304A"/>
    <a:srgbClr val="162C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4" d="100"/>
          <a:sy n="64" d="100"/>
        </p:scale>
        <p:origin x="566" y="4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29B92777-C6E9-E504-E805-343E3F169C68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72333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3651EC5C-60FF-614D-1C0C-AF375EC98D56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72F49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0A869273-E9AA-7BAB-E515-3458CDBD0FC3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62C43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EFFCBA5C-989D-8913-0288-0A719938D575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8304A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2242F963-CB83-50AD-E35B-41624A1B949E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C3659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40B4B63-365C-29CA-F058-6AE7B49F2167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C2D3F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E2FE467F-2F8F-C664-F97A-DD2DB8035DD6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7283C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FEAC1A23-3D13-6860-4351-341B263E7910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6263C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B6631E36-87ED-7F73-9810-68461C88C9A5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F334C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36149A70-BADB-14B8-066D-D3A485E0D724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A2C42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3E3BE564-FD88-8CF1-CEE0-BFF29A1ED7AD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202F41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F87F8F4-C60B-4277-6586-CBB0E7E7A258}"/>
              </a:ext>
            </a:extLst>
          </p:cNvPr>
          <p:cNvSpPr/>
          <p:nvPr/>
        </p:nvSpPr>
        <p:spPr>
          <a:xfrm>
            <a:off x="14909800" y="8839200"/>
            <a:ext cx="1219200" cy="228600"/>
          </a:xfrm>
          <a:prstGeom prst="rect">
            <a:avLst/>
          </a:prstGeom>
          <a:solidFill>
            <a:srgbClr val="1D2C3F"/>
          </a:solidFill>
          <a:ln>
            <a:solidFill>
              <a:srgbClr val="18243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Personalizar</PresentationFormat>
  <Paragraphs>0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JONH EDSON RIBEIRO DE CARVALHO</cp:lastModifiedBy>
  <cp:revision>2</cp:revision>
  <dcterms:created xsi:type="dcterms:W3CDTF">2006-08-16T00:00:00Z</dcterms:created>
  <dcterms:modified xsi:type="dcterms:W3CDTF">2026-10-06T09:09:52Z</dcterms:modified>
</cp:coreProperties>
</file>