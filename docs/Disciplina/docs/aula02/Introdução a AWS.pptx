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H EDSON RIBEIRO DE CARVALHO" userId="35b60df4-cd43-4a4d-af91-3812aad1b462" providerId="ADAL" clId="{9F0844E5-88E9-4AB3-9DD8-B94BF21182C7}"/>
    <pc:docChg chg="modSld">
      <pc:chgData name="JONH EDSON RIBEIRO DE CARVALHO" userId="35b60df4-cd43-4a4d-af91-3812aad1b462" providerId="ADAL" clId="{9F0844E5-88E9-4AB3-9DD8-B94BF21182C7}" dt="2026-03-04T09:08:56.348" v="34" actId="1037"/>
      <pc:docMkLst>
        <pc:docMk/>
      </pc:docMkLst>
      <pc:sldChg chg="modSp mod">
        <pc:chgData name="JONH EDSON RIBEIRO DE CARVALHO" userId="35b60df4-cd43-4a4d-af91-3812aad1b462" providerId="ADAL" clId="{9F0844E5-88E9-4AB3-9DD8-B94BF21182C7}" dt="2026-03-04T09:08:56.348" v="34" actId="1037"/>
        <pc:sldMkLst>
          <pc:docMk/>
          <pc:sldMk cId="0" sldId="272"/>
        </pc:sldMkLst>
        <pc:picChg chg="mod">
          <ac:chgData name="JONH EDSON RIBEIRO DE CARVALHO" userId="35b60df4-cd43-4a4d-af91-3812aad1b462" providerId="ADAL" clId="{9F0844E5-88E9-4AB3-9DD8-B94BF21182C7}" dt="2026-03-04T09:08:56.348" v="34" actId="1037"/>
          <ac:picMkLst>
            <pc:docMk/>
            <pc:sldMk cId="0" sldId="272"/>
            <ac:picMk id="16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a99b9cd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a99b9cd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a99b9cd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ca99b9cd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a99b9c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a99b9cd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ca99b9cd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ca99b9cd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ca99b9cd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ca99b9cd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a99b9cd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ca99b9cd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a99b9cd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a99b9cd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ca99b9cd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ca99b9cd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ca99b9cd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ca99b9cd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a99b9cd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a99b9cd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ca99b9cd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ca99b9cd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ca99b9cd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ca99b9cd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a99b9c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a99b9c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a99b9cd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ca99b9cd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ca99b9c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ca99b9cd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ca99b9c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ca99b9c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ca99b9cd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ca99b9cd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ca99b9cd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ca99b9cd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ca99b9cd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ca99b9cd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ca99b9cda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ca99b9cda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ca99b9cd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ca99b9cd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ca99b9cda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ca99b9cda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ca99b9cd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ca99b9cd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ca99b9cda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ca99b9cda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ca99b9cd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ca99b9cda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ca99b9cda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ca99b9cda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ca99b9cd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ca99b9cd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ca99b9cda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ca99b9cda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ca99b9cd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ca99b9cda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ca99b9cda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ca99b9cda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ca99b9cda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ca99b9cda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ca99b9cd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cca99b9cd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ca99b9cd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ca99b9cd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ca99b9cda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ca99b9cda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ca99b9cda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ca99b9cda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ca99b9cda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ca99b9cda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ca99b9cda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ca99b9cda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ca99b9cda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ca99b9cda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ca99b9cd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ca99b9cda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ca99b9cda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ca99b9cda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ca99b9cda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ca99b9cda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ca99b9cd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ca99b9cda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ca99b9cda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cca99b9cda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ca99b9cd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ca99b9cda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ca99b9cda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cca99b9cda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ca99b9cd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cca99b9cda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ca99b9cda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ca99b9cda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ca99b9cda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ca99b9cda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ca99b9cda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cca99b9cda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ca99b9cda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cca99b9cda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ca99b9cda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cca99b9cda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ca99b9cda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ca99b9cda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ca99b9cda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cca99b9cda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cca99b9cda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cca99b9cda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a99b9cd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ca99b9cd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ca99b9cda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cca99b9cda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ca99b9cda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ca99b9cda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ca99b9cda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ca99b9cda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ca99b9cda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ca99b9cda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ca99b9cda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cca99b9cda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ca99b9cda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ca99b9cda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ca99b9cda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ca99b9cda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ca99b9cda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cca99b9cda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ca99b9cda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cca99b9cda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ca99b9cda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ca99b9cda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ca99b9cda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cca99b9cda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ca99b9cda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cca99b9cda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21"/>
            <a:ext cx="9144001" cy="5117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" y="0"/>
            <a:ext cx="913192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5"/>
            <a:ext cx="9144001" cy="514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505"/>
            <a:ext cx="9143999" cy="507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1" y="0"/>
            <a:ext cx="91078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8" y="0"/>
            <a:ext cx="90943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2"/>
            <a:ext cx="9143999" cy="51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50"/>
            <a:ext cx="9144001" cy="5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43"/>
            <a:ext cx="9144001" cy="513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4"/>
            <a:ext cx="9144000" cy="513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55"/>
            <a:ext cx="9144001" cy="513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5" y="0"/>
            <a:ext cx="912359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3" y="0"/>
            <a:ext cx="91198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10"/>
            <a:ext cx="9143999" cy="511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7" y="6100"/>
            <a:ext cx="91349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8"/>
            <a:ext cx="9144000" cy="5101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012"/>
            <a:ext cx="9144001" cy="511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9" y="0"/>
            <a:ext cx="910998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" y="0"/>
            <a:ext cx="91041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5" y="0"/>
            <a:ext cx="912359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05"/>
            <a:ext cx="9144001" cy="510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7" y="0"/>
            <a:ext cx="912512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2"/>
            <a:ext cx="9143999" cy="51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1" y="0"/>
            <a:ext cx="90974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9" y="0"/>
            <a:ext cx="91010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4" y="0"/>
            <a:ext cx="91303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4" y="0"/>
            <a:ext cx="91303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15"/>
            <a:ext cx="9144001" cy="5122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1" y="0"/>
            <a:ext cx="912665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02"/>
            <a:ext cx="9143999" cy="5117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05"/>
            <a:ext cx="9144001" cy="510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8"/>
            <a:ext cx="9144000" cy="5126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4" name="Google Shape;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7" y="0"/>
            <a:ext cx="911678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1" name="Google Shape;3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10"/>
            <a:ext cx="9143999" cy="511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10"/>
            <a:ext cx="9143999" cy="511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15" name="Google Shape;31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2" y="0"/>
            <a:ext cx="911153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2" name="Google Shape;3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6" y="0"/>
            <a:ext cx="91130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9" name="Google Shape;3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9" y="0"/>
            <a:ext cx="910474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36" name="Google Shape;3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11"/>
            <a:ext cx="9143999" cy="512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43" name="Google Shape;3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83"/>
            <a:ext cx="9143999" cy="512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0" name="Google Shape;3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84"/>
            <a:ext cx="9144001" cy="5127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7" name="Google Shape;3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478"/>
            <a:ext cx="9144001" cy="509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4" name="Google Shape;36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487"/>
            <a:ext cx="9143998" cy="50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1" name="Google Shape;37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619"/>
            <a:ext cx="9143999" cy="510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8" name="Google Shape;37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608"/>
            <a:ext cx="9143999" cy="511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5" name="Google Shape;3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02"/>
            <a:ext cx="9143999" cy="5117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2" name="Google Shape;39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02"/>
            <a:ext cx="9143999" cy="5117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9" name="Google Shape;3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8" y="0"/>
            <a:ext cx="91273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6" name="Google Shape;40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13"/>
            <a:ext cx="9144001" cy="51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13" name="Google Shape;41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5" y="0"/>
            <a:ext cx="90807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0" name="Google Shape;42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69"/>
            <a:ext cx="9144001" cy="512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7" name="Google Shape;42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11"/>
            <a:ext cx="9143999" cy="513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34" name="Google Shape;43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75"/>
            <a:ext cx="9144001" cy="513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41" name="Google Shape;44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15"/>
            <a:ext cx="9144000" cy="5099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48" name="Google Shape;4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95"/>
            <a:ext cx="9143999" cy="5123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55" name="Google Shape;45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6" y="0"/>
            <a:ext cx="908752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62" name="Google Shape;46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505"/>
            <a:ext cx="9143999" cy="507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69" name="Google Shape;46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81"/>
            <a:ext cx="9143999" cy="5137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76" name="Google Shape;47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6" y="0"/>
            <a:ext cx="90979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83" name="Google Shape;4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4"/>
            <a:ext cx="9144000" cy="513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90" name="Google Shape;4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75"/>
            <a:ext cx="9144001" cy="513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97" name="Google Shape;4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9"/>
            <a:ext cx="9144000" cy="5140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04" name="Google Shape;5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07"/>
            <a:ext cx="9144000" cy="511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11" name="Google Shape;51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15"/>
            <a:ext cx="9144000" cy="5099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18" name="Google Shape;51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0"/>
            <a:ext cx="9144001" cy="514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25" name="Google Shape;5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932" y="0"/>
            <a:ext cx="77661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70" baseType="lpstr"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1</cp:revision>
  <dcterms:modified xsi:type="dcterms:W3CDTF">2026-03-04T09:08:59Z</dcterms:modified>
</cp:coreProperties>
</file>